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0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B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26974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F5B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PLATFORM  •  PROJECT PITCH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66360" y="4114800"/>
            <a:ext cx="1828800" cy="18288"/>
          </a:xfrm>
          <a:prstGeom prst="rect">
            <a:avLst/>
          </a:prstGeom>
          <a:solidFill>
            <a:srgbClr val="F5B7BD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Faith Minga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Dennis Bundi  |  Developer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Feminine Flair brings the brand's growing social following onto a single, purpose-built marketplace — one place for customers to browse, buy, and pay for women's clothing and accessories, and one dashboard for the business to manage every sale, online or in person.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53949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feed to checkout — without leaving the brand.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097280"/>
            <a:ext cx="2377440" cy="2194560"/>
          </a:xfrm>
          <a:prstGeom prst="rect">
            <a:avLst>
              <a:gd name="adj" fmla="val 3333"/>
            </a:avLst>
          </a:prstGeom>
          <a:solidFill>
            <a:srgbClr val="FBE4E8"/>
          </a:solidFill>
          <a:ln/>
        </p:spPr>
      </p:sp>
      <p:sp>
        <p:nvSpPr>
          <p:cNvPr id="6" name="Shape 4"/>
          <p:cNvSpPr/>
          <p:nvPr/>
        </p:nvSpPr>
        <p:spPr>
          <a:xfrm>
            <a:off x="7635240" y="1325880"/>
            <a:ext cx="640080" cy="64008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7" name="Image 0" descr="icons/lay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258" y="14698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5800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372600" y="1097280"/>
            <a:ext cx="2377440" cy="2194560"/>
          </a:xfrm>
          <a:prstGeom prst="rect">
            <a:avLst>
              <a:gd name="adj" fmla="val 3333"/>
            </a:avLst>
          </a:prstGeom>
          <a:solidFill>
            <a:srgbClr val="FBE4E8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0" y="1325880"/>
            <a:ext cx="640080" cy="64008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12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5298" y="14698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6404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Wks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946404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Build Time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766560" y="3520440"/>
            <a:ext cx="2377440" cy="2194560"/>
          </a:xfrm>
          <a:prstGeom prst="rect">
            <a:avLst>
              <a:gd name="adj" fmla="val 3333"/>
            </a:avLst>
          </a:prstGeom>
          <a:solidFill>
            <a:srgbClr val="FBE4E8"/>
          </a:solidFill>
          <a:ln/>
        </p:spPr>
      </p:sp>
      <p:sp>
        <p:nvSpPr>
          <p:cNvPr id="16" name="Shape 12"/>
          <p:cNvSpPr/>
          <p:nvPr/>
        </p:nvSpPr>
        <p:spPr>
          <a:xfrm>
            <a:off x="7635240" y="3749040"/>
            <a:ext cx="640080" cy="64008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17" name="Image 2" descr="icons/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258" y="389305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4526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$1,200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6858000" y="5074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Investment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372600" y="3520440"/>
            <a:ext cx="2377440" cy="2194560"/>
          </a:xfrm>
          <a:prstGeom prst="rect">
            <a:avLst>
              <a:gd name="adj" fmla="val 3333"/>
            </a:avLst>
          </a:prstGeom>
          <a:solidFill>
            <a:srgbClr val="FBE4E8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41280" y="3749040"/>
            <a:ext cx="640080" cy="64008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22" name="Image 3" descr="icons/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298" y="3893058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4526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9464040" y="5074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 United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systems, working as one marketplace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011680"/>
          </a:xfrm>
          <a:prstGeom prst="rect">
            <a:avLst>
              <a:gd name="adj" fmla="val 3636"/>
            </a:avLst>
          </a:prstGeom>
          <a:solidFill>
            <a:srgbClr val="FBE4E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6" name="Image 0" descr="icons/sto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Storefront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25146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and buy across the full catalog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94960" cy="2011680"/>
          </a:xfrm>
          <a:prstGeom prst="rect">
            <a:avLst>
              <a:gd name="adj" fmla="val 3636"/>
            </a:avLst>
          </a:prstGeom>
          <a:solidFill>
            <a:srgbClr val="FBE4E8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11680"/>
            <a:ext cx="731520" cy="73152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11" name="Image 1" descr="icons/dash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1762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93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52360" y="25146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products, orders, and customers in one place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2011680"/>
          </a:xfrm>
          <a:prstGeom prst="rect">
            <a:avLst>
              <a:gd name="adj" fmla="val 3636"/>
            </a:avLst>
          </a:prstGeom>
          <a:solidFill>
            <a:srgbClr val="FBE4E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16" name="Image 2" descr="icons/c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62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9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&amp; Payments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737360" y="48006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and payment collection via Paystack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94960" cy="2011680"/>
          </a:xfrm>
          <a:prstGeom prst="rect">
            <a:avLst>
              <a:gd name="adj" fmla="val 3636"/>
            </a:avLst>
          </a:prstGeom>
          <a:solidFill>
            <a:srgbClr val="FBE4E8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297680"/>
            <a:ext cx="731520" cy="73152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21" name="Image 3" descr="icons/regis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4622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279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System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452360" y="48006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up in-person sales, synced to the same inventory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STOREFRONT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shopper sees and uses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56232"/>
            <a:ext cx="777240" cy="77724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5" name="Image 0" descr="icons/search_burgun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519" y="2031111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Filter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77840" y="1783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organized by category, with filters for size, color, and price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907792"/>
            <a:ext cx="777240" cy="77724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9" name="Image 1" descr="icons/cart_burgun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19" y="3082671"/>
            <a:ext cx="427482" cy="4274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Checkout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577840" y="28346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smooth, multi-step path from product page to confirmed order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959352"/>
            <a:ext cx="777240" cy="77724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13" name="Image 2" descr="icons/user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4134231"/>
            <a:ext cx="427482" cy="4274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886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Accounts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577840" y="38862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order history, and saved delivery addresses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010912"/>
            <a:ext cx="777240" cy="77724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17" name="Image 3" descr="icons/heart_burgun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19" y="5185791"/>
            <a:ext cx="427482" cy="4274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937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Wishlist &amp; Favorites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577840" y="49377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save pieces to revisit and buy later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business needs to run the shop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5B7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6" name="Image 0" descr="icons/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21659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and remove listings; manage size/color variants and stock levels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949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5B7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011680"/>
            <a:ext cx="685800" cy="68580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11" name="Image 1" descr="icons/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265" y="216598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788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Management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3200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fulfillment status from pending through delivered; manage returns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5B7B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16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445198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5074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Management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5486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customer profiles and full order history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9496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5B7B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4297680"/>
            <a:ext cx="685800" cy="68580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21" name="Image 3" descr="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265" y="445198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37960" y="5074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Reporting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5486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visibility across both online and in-person (POS) sales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&amp; PAYMENTS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is handled end-to-end through Paystack, giving customers card and mobile-money options in one secure flow.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394960" cy="1188720"/>
          </a:xfrm>
          <a:prstGeom prst="rect">
            <a:avLst>
              <a:gd name="adj" fmla="val 6154"/>
            </a:avLst>
          </a:prstGeom>
          <a:solidFill>
            <a:srgbClr val="FBE4E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provider: Paystack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M-Pesa/Daraja integration referenced in the original agreement.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92240" y="1097280"/>
            <a:ext cx="640080" cy="64008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8" name="Image 0" descr="icons/card_burgun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6258" y="124129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051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Cards &amp; Mobile Money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0" y="1417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accepts card and mobile-money payments at checkout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92240" y="2267712"/>
            <a:ext cx="640080" cy="64008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12" name="Image 1" descr="icons/lock_burgun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258" y="2411730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2219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Checkout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15200" y="258775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PCI-compliant processing keeps customer payment data protected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92240" y="3438144"/>
            <a:ext cx="640080" cy="64008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16" name="Image 2" descr="icons/receipt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258" y="3582162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0" y="33924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Receipts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315200" y="375818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 confirmation and order receipts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92240" y="4608576"/>
            <a:ext cx="640080" cy="64008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20" name="Image 3" descr="icons/sync_burgun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258" y="4752594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5628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 Tracking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315200" y="492861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processing → shipped → delivered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INFRASTRUCTURE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Supabase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914400" cy="91440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5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35040" y="19202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schema for products, categories, orders, users, and transactions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3291840"/>
            <a:ext cx="914400" cy="91440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9" name="Image 1" descr="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34975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9456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Access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035040" y="32918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separating admin controls from customer accounts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14400" y="4663440"/>
            <a:ext cx="914400" cy="91440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13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48691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94560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Storage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035040" y="46634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cloud storage for product photos and other assets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POINT-OF-SALE (POS)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inventory, two ways to sell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937760" cy="2377440"/>
          </a:xfrm>
          <a:prstGeom prst="rect">
            <a:avLst>
              <a:gd name="adj" fmla="val 3077"/>
            </a:avLst>
          </a:prstGeom>
          <a:solidFill>
            <a:srgbClr val="FBE4E8"/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2103120"/>
            <a:ext cx="822960" cy="82296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6" name="Image 0" descr="icons/sto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2646" y="228828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Storefront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shop and check out through the marketplace, any 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828800"/>
            <a:ext cx="4937760" cy="2377440"/>
          </a:xfrm>
          <a:prstGeom prst="rect">
            <a:avLst>
              <a:gd name="adj" fmla="val 3077"/>
            </a:avLst>
          </a:prstGeom>
          <a:solidFill>
            <a:srgbClr val="FBE4E8"/>
          </a:solidFill>
          <a:ln/>
        </p:spPr>
      </p:sp>
      <p:sp>
        <p:nvSpPr>
          <p:cNvPr id="10" name="Shape 7"/>
          <p:cNvSpPr/>
          <p:nvPr/>
        </p:nvSpPr>
        <p:spPr>
          <a:xfrm>
            <a:off x="8092440" y="2103120"/>
            <a:ext cx="822960" cy="82296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11" name="Image 1" descr="icons/regis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606" y="228828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In-Person POS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1792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and event sales are rung up directly on the POS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526280"/>
            <a:ext cx="10332720" cy="777240"/>
          </a:xfrm>
          <a:prstGeom prst="rect">
            <a:avLst>
              <a:gd name="adj" fmla="val 9412"/>
            </a:avLst>
          </a:prstGeom>
          <a:solidFill>
            <a:srgbClr val="630625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663440"/>
            <a:ext cx="502920" cy="50292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16" name="Image 2" descr="icons/sync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7" y="47765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5262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sync prevents overselling; daily sales reconcile across both channels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four-week build, plus a revision week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0908792" cy="36576"/>
          </a:xfrm>
          <a:prstGeom prst="rect">
            <a:avLst/>
          </a:prstGeom>
          <a:solidFill>
            <a:srgbClr val="F5B7BD"/>
          </a:solidFill>
          <a:ln/>
        </p:spPr>
      </p:sp>
      <p:sp>
        <p:nvSpPr>
          <p:cNvPr id="5" name="Shape 3"/>
          <p:cNvSpPr/>
          <p:nvPr/>
        </p:nvSpPr>
        <p:spPr>
          <a:xfrm>
            <a:off x="1410919" y="2551176"/>
            <a:ext cx="640080" cy="640080"/>
          </a:xfrm>
          <a:prstGeom prst="ellipse">
            <a:avLst/>
          </a:prstGeom>
          <a:solidFill>
            <a:srgbClr val="6306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0919" y="25511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30752"/>
            <a:ext cx="19988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setup, database schema, auth, dashboard scaffolding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92678" y="2551176"/>
            <a:ext cx="640080" cy="640080"/>
          </a:xfrm>
          <a:prstGeom prst="ellipse">
            <a:avLst/>
          </a:prstGeom>
          <a:solidFill>
            <a:srgbClr val="6306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2678" y="25511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13278" y="333756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&amp; Checkout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13278" y="3730752"/>
            <a:ext cx="19988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listings, browsing, cart, checkout flow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74436" y="2551176"/>
            <a:ext cx="640080" cy="640080"/>
          </a:xfrm>
          <a:prstGeom prst="ellipse">
            <a:avLst/>
          </a:prstGeom>
          <a:solidFill>
            <a:srgbClr val="6306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4436" y="25511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95037" y="333756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&amp; POS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95037" y="3730752"/>
            <a:ext cx="19988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integration, order processing, POS build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6194" y="2551176"/>
            <a:ext cx="640080" cy="640080"/>
          </a:xfrm>
          <a:prstGeom prst="ellipse">
            <a:avLst/>
          </a:prstGeom>
          <a:solidFill>
            <a:srgbClr val="6306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6194" y="25511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76795" y="333756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76795" y="3730752"/>
            <a:ext cx="19988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client walkthrough, deployment, handover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137953" y="2551176"/>
            <a:ext cx="640080" cy="640080"/>
          </a:xfrm>
          <a:prstGeom prst="ellipse">
            <a:avLst/>
          </a:prstGeom>
          <a:solidFill>
            <a:srgbClr val="6306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37953" y="25511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58554" y="3337560"/>
            <a:ext cx="19988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58554" y="3730752"/>
            <a:ext cx="199887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 of fixes and adjustments, at no extra cost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&amp; PAYMENT SCHEDULE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contract value: $1,200, split across two milestones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2377440"/>
          </a:xfrm>
          <a:prstGeom prst="rect">
            <a:avLst>
              <a:gd name="adj" fmla="val 3077"/>
            </a:avLst>
          </a:prstGeom>
          <a:solidFill>
            <a:srgbClr val="FBE4E8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148840"/>
            <a:ext cx="640080" cy="64008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358" y="22928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(50%)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37307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— KES 75,000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02152" y="1920240"/>
            <a:ext cx="2697480" cy="2377440"/>
          </a:xfrm>
          <a:prstGeom prst="rect">
            <a:avLst>
              <a:gd name="adj" fmla="val 3077"/>
            </a:avLst>
          </a:prstGeom>
          <a:solidFill>
            <a:srgbClr val="FBE4E8"/>
          </a:solidFill>
          <a:ln/>
        </p:spPr>
      </p:sp>
      <p:sp>
        <p:nvSpPr>
          <p:cNvPr id="11" name="Shape 8"/>
          <p:cNvSpPr/>
          <p:nvPr/>
        </p:nvSpPr>
        <p:spPr>
          <a:xfrm>
            <a:off x="4530852" y="2148840"/>
            <a:ext cx="640080" cy="64008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12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229285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593592" y="3383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Delivery (50%)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93592" y="37307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at final handover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55664" y="1920240"/>
            <a:ext cx="2697480" cy="2377440"/>
          </a:xfrm>
          <a:prstGeom prst="rect">
            <a:avLst>
              <a:gd name="adj" fmla="val 3077"/>
            </a:avLst>
          </a:prstGeom>
          <a:solidFill>
            <a:srgbClr val="630625"/>
          </a:solidFill>
          <a:ln/>
        </p:spPr>
      </p:sp>
      <p:sp>
        <p:nvSpPr>
          <p:cNvPr id="17" name="Shape 13"/>
          <p:cNvSpPr/>
          <p:nvPr/>
        </p:nvSpPr>
        <p:spPr>
          <a:xfrm>
            <a:off x="7484364" y="2148840"/>
            <a:ext cx="640080" cy="64008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18" name="Image 2" descr="icons/dollar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382" y="229285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47104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547104" y="3383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Contract Value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547104" y="37307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signed agreement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409176" y="1920240"/>
            <a:ext cx="2697480" cy="2377440"/>
          </a:xfrm>
          <a:prstGeom prst="rect">
            <a:avLst>
              <a:gd name="adj" fmla="val 3077"/>
            </a:avLst>
          </a:prstGeom>
          <a:solidFill>
            <a:srgbClr val="FBE4E8"/>
          </a:solidFill>
          <a:ln/>
        </p:spPr>
      </p:sp>
      <p:sp>
        <p:nvSpPr>
          <p:cNvPr id="23" name="Shape 18"/>
          <p:cNvSpPr/>
          <p:nvPr/>
        </p:nvSpPr>
        <p:spPr>
          <a:xfrm>
            <a:off x="10437876" y="2148840"/>
            <a:ext cx="640080" cy="640080"/>
          </a:xfrm>
          <a:prstGeom prst="ellipse">
            <a:avLst/>
          </a:prstGeom>
          <a:solidFill>
            <a:srgbClr val="630625"/>
          </a:solidFill>
          <a:ln/>
        </p:spPr>
      </p:sp>
      <p:pic>
        <p:nvPicPr>
          <p:cNvPr id="24" name="Image 3" descr="icons/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1894" y="2292858"/>
            <a:ext cx="352044" cy="3520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00616" y="2880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$30/hr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9500616" y="3383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Work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500616" y="37307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new features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upfront installment was received as KES 75,000. Any variance against the $600 USD equivalent should be reconciled against the exchange rate on the payment date.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306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FEMININE FLAIR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30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31520" cy="73152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4" name="Image 0" descr="icons/check_burgun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1907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scope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0" y="15544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the Paystack payment update to the original agreement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731520" cy="73152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8" name="Image 1" descr="icons/layer_burgund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7063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 off Week 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0" y="26060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environment setup and dashboard scaffolding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657600"/>
            <a:ext cx="731520" cy="73152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12" name="Image 2" descr="icons/sync_burgund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82219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check-ins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486400" y="36576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progress updates through each build phase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120640"/>
            <a:ext cx="11091672" cy="1051560"/>
          </a:xfrm>
          <a:prstGeom prst="rect">
            <a:avLst>
              <a:gd name="adj" fmla="val 6957"/>
            </a:avLst>
          </a:prstGeom>
          <a:solidFill>
            <a:srgbClr val="4E041D"/>
          </a:solidFill>
          <a:ln/>
        </p:spPr>
      </p:sp>
      <p:sp>
        <p:nvSpPr>
          <p:cNvPr id="16" name="Shape 11"/>
          <p:cNvSpPr/>
          <p:nvPr/>
        </p:nvSpPr>
        <p:spPr>
          <a:xfrm>
            <a:off x="822960" y="5330952"/>
            <a:ext cx="640080" cy="64008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17" name="Image 3" descr="icons/envelope_burgun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5474970"/>
            <a:ext cx="352044" cy="3520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533095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dr.kimathi12@gmail.com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035040" y="5330952"/>
            <a:ext cx="640080" cy="640080"/>
          </a:xfrm>
          <a:prstGeom prst="ellipse">
            <a:avLst/>
          </a:prstGeom>
          <a:solidFill>
            <a:srgbClr val="F5B7BD"/>
          </a:solidFill>
          <a:ln/>
        </p:spPr>
      </p:sp>
      <p:pic>
        <p:nvPicPr>
          <p:cNvPr id="20" name="Image 4" descr="icons/phone_burgund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058" y="5474970"/>
            <a:ext cx="352044" cy="3520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0" y="533095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Dennis Bundi — Developer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0" y="6355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98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Feminine Flair Marketplace — Project Pitch</dc:title>
  <dc:subject>PptxGenJS Presentation</dc:subject>
  <dc:creator>Dennis Bundi</dc:creator>
  <cp:lastModifiedBy>Dennis Bundi</cp:lastModifiedBy>
  <cp:revision>1</cp:revision>
  <dcterms:created xsi:type="dcterms:W3CDTF">2026-07-23T11:47:08Z</dcterms:created>
  <dcterms:modified xsi:type="dcterms:W3CDTF">2026-07-23T11:47:08Z</dcterms:modified>
</cp:coreProperties>
</file>